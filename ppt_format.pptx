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1EEE-DD7E-4E55-924B-1E05D3681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7119-9CE4-4683-9952-8DABDCB36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820A-DCEF-4D42-A290-4CDD8FDB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6BE0-2C7A-4E6D-84EF-E24EAE31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EFA5-1CFF-4C38-801E-90F91B3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32C4-B5E9-4CD9-9140-B638D874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6ED7-E235-4092-9619-95987AA3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0EF2C-F072-43B9-BA0F-0C995DC3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3E30-D59A-47E4-9C29-0611A28C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5C94A-144C-4E5E-B703-E2D81CEE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5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FC2B-375B-4661-90D0-0A8D4E73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6FCB3-AA58-46D8-93D9-17A686D0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140A9-046E-4420-8E30-683390D1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4DE5-38AC-4031-A5E0-CF105EB6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1B25A-A604-46B8-A8BE-A7A21EB5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613D-A954-43E4-8929-BDA2E7A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9B61-CB46-453C-A67D-BEFE97598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C52FA-C8F3-475F-928F-630E2D74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B6A0-0260-411F-A13C-2C9664DD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8EE39-FB79-4FE0-B61A-D15E52B2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787D8-E437-4848-B484-1FDE1CDC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C243-90A1-4B12-9BEA-B04DF2F1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8F04A-3899-4CCC-A313-0BB18DA4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ED3E-2FB8-4024-B2DE-829495891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0C570-D0F9-4DEF-9F9E-BD1CC386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19C20-A75F-438B-9AA9-273218931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C3B6F-1D56-48C6-B0A7-5A993041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6A0EA-A48F-4BAC-B4A4-FBEB36E5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06554-1212-4BB6-BC4C-2B163BBC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ABC8-23C5-4F8F-906D-7372680C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34486-CC22-428E-8C0B-226EF16D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3BA17-DA32-48B7-B042-DBA5F0EF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B9034-DF8B-4E14-A045-5744567A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E40A2-8E1A-4CBF-B11F-82D29FB0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120D1-613E-4329-B5B0-15B62C83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C104E-382B-493C-B951-A1224BD2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8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EBAE-9432-4499-866D-5858DC03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6FA9-0A4F-4B8C-8799-E8BE5F594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07786-49EE-4B55-9DE8-9F6BC87D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DE7F4-46A0-45CD-A11B-0B0378A7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04B19-279B-44DD-B07B-16571202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C5762-4D09-4308-A488-DA880767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554A-9988-4187-8919-C0CD8539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8C02F-0A55-456D-8D3E-4C5F6100E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90582-406A-4DD8-8DDA-9A307C19B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CACF-0177-42CB-BA76-EB38BE62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B3BD7-9663-4943-9253-57EC298A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FAD40-145F-44F9-80B5-82D4E024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0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6804-728C-4985-B8E7-163B4EAD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402F6-A058-46E2-97D1-4A6C69026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83BD-29D9-4641-8608-51752E31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0E6C-B39C-4AE4-A8B2-676B1349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1BA25-9B0D-48AF-9D7E-85C8D734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0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6D237-2E98-406F-BEA0-0E6D0E3A3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742F3-C2AF-4F69-9DF8-2C6A84424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E78B-9235-4705-AFE7-019C0F35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B0B4-E8CD-4063-9EF8-76A5711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00D4-B38F-4EAD-8A83-3B97691B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1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57450-0E7D-4C94-8D8A-B17C0338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02D83-1606-4E73-9724-AF8F5B4C9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3A24-249E-4BAB-BFA4-D5CC5024F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8144-6FD4-461A-BEE3-AC1989F0538A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B6B0-97DB-43EB-A67B-6AC2B0A1C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8E7C0-ED83-4284-9313-015DC6C47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DC19-8E5F-4EBE-976D-B016F37BF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81" y="870103"/>
            <a:ext cx="10955548" cy="69990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r>
              <a:rPr lang="en-US" sz="4000" b="1" dirty="0">
                <a:latin typeface="Bodoni MT" panose="02070603080606020203" pitchFamily="18" charset="0"/>
              </a:rPr>
              <a:t>Project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2695AABC-5781-469E-A0AB-5ABC4A3A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105" y="2765273"/>
            <a:ext cx="1917940" cy="400619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Prepared By:-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5FA08-CA50-47E8-A997-75CDCF3824F3}"/>
              </a:ext>
            </a:extLst>
          </p:cNvPr>
          <p:cNvSpPr/>
          <p:nvPr/>
        </p:nvSpPr>
        <p:spPr>
          <a:xfrm>
            <a:off x="621102" y="3441937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         Branch: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0FF16-371F-4D3A-B26E-8EAA8C264A80}"/>
              </a:ext>
            </a:extLst>
          </p:cNvPr>
          <p:cNvSpPr/>
          <p:nvPr/>
        </p:nvSpPr>
        <p:spPr>
          <a:xfrm>
            <a:off x="649857" y="5282240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         Branch: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E336E-7A0B-420B-9F1E-990CF03C1B43}"/>
              </a:ext>
            </a:extLst>
          </p:cNvPr>
          <p:cNvSpPr/>
          <p:nvPr/>
        </p:nvSpPr>
        <p:spPr>
          <a:xfrm>
            <a:off x="6711351" y="5270738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5 Name: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         Branch: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41901-BE3E-449B-BE1E-728B0E75A7C2}"/>
              </a:ext>
            </a:extLst>
          </p:cNvPr>
          <p:cNvSpPr/>
          <p:nvPr/>
        </p:nvSpPr>
        <p:spPr>
          <a:xfrm>
            <a:off x="6665343" y="3413182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4 Name: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         Branch: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A2CEA0-2249-4C4B-8809-E1935DAC2406}"/>
              </a:ext>
            </a:extLst>
          </p:cNvPr>
          <p:cNvSpPr/>
          <p:nvPr/>
        </p:nvSpPr>
        <p:spPr>
          <a:xfrm>
            <a:off x="6665343" y="1777040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3 Name: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Batch:          Branch:</a:t>
            </a:r>
          </a:p>
        </p:txBody>
      </p:sp>
    </p:spTree>
    <p:extLst>
      <p:ext uri="{BB962C8B-B14F-4D97-AF65-F5344CB8AC3E}">
        <p14:creationId xmlns:p14="http://schemas.microsoft.com/office/powerpoint/2010/main" val="361097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Idea that lead to the concept</a:t>
            </a:r>
          </a:p>
          <a:p>
            <a:r>
              <a:rPr lang="en-US" sz="3600" dirty="0">
                <a:solidFill>
                  <a:schemeClr val="tx1"/>
                </a:solidFill>
              </a:rPr>
              <a:t>Functionality</a:t>
            </a:r>
          </a:p>
          <a:p>
            <a:r>
              <a:rPr lang="en-US" sz="3600" dirty="0">
                <a:solidFill>
                  <a:schemeClr val="tx1"/>
                </a:solidFill>
              </a:rPr>
              <a:t>Components used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12475" y="884180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Project Outline:-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5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46981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Circuit diagram/Block diagram:-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6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46981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doni MT" panose="02070603080606020203" pitchFamily="18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76AA95-50C7-4E36-96BC-5918EF07E35C}"/>
              </a:ext>
            </a:extLst>
          </p:cNvPr>
          <p:cNvSpPr/>
          <p:nvPr/>
        </p:nvSpPr>
        <p:spPr>
          <a:xfrm>
            <a:off x="612475" y="317920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Merits/ Demerits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References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780695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64233" y="3328632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ea typeface="+mj-ea"/>
                <a:cs typeface="+mj-cs"/>
              </a:rPr>
              <a:t>THANK YOU….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6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102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Project Title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Definition</dc:title>
  <dc:creator>LJIET</dc:creator>
  <cp:lastModifiedBy>Ankita Mishra</cp:lastModifiedBy>
  <cp:revision>20</cp:revision>
  <dcterms:created xsi:type="dcterms:W3CDTF">2022-02-18T03:37:33Z</dcterms:created>
  <dcterms:modified xsi:type="dcterms:W3CDTF">2023-03-16T09:59:00Z</dcterms:modified>
</cp:coreProperties>
</file>